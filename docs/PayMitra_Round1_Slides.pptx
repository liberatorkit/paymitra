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send a notice to my biggest customer, I lose the next order.” That’s Rajesh. He runs a ₹12 crore auto-components plant, and ₹84 lakh of his money is stuck beyond 45 days. He is not alone: ₹7.34 lakh crore is owed to India’s MSMEs, and after 2.18 lakh Samadhaan complaints, ₹22,363 crore is still pending. The law already protects him. The workflow fails him. Our idea in four words: fix before you chase. Many overdue invoices are blocked by fixable errors, like a PO-line or GRN mismatch, a wrong billing entity or a missing Udyam number. Under 43B(h) the buyer also has a reason to pay, if someone tells the CFO helpfully. And today the owner is the AR department, with tools that record or message but never act. PayMitra audits every invoice, diagnoses why it is stuck, chases the right person on WhatsApp, email or a vernacular voice bot, finances only what can’t wait, and escalates to ODR only when Rajesh approves. Five enablers make this possible now. For Rajesh, illustratively, that frees ₹42 lakh, saves about ₹5.9 lakh a year in interest, and returns roughly 16 times the subscription.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the score is agentic building, so here is the machine. A Collections Orchestrator runs a state machine for every invoice, picks the next best action and enforces the approval policy. It delegates to six specialists: Ledger and Dossier, Readiness Auditor, Buyer Intelligence, Follow-up Negotiator, Cash and Finance Optimiser, and Escalation and Legal. They call real rails, Tally, GST IRN, Account Aggregator, vendor portals, TReDS and the ODR portal, mocked in the MVP behind the same interfaces. Memory and guardrails sit under every action, and the LLM never does arithmetic. Our live demo follows invoice 4471: ₹6.8 lakh, day 38, on hold for a PO-line mismatch. The agent drafts the fix, Rajesh taps Approve, it re-submits, and because payroll lands before the buyer’s payment run, it picks TReDS at about ₹6,200 over overdraft at ₹10,400. The escalation ladder runs on its own until a step a buyer could resent; those need the owner. We earn from freemium SaaS, a financing take-rate, bank white-label and CA partners, with an illustrative three-month payback, and our moat is buyer playbooks that improve with every supplier. Next we validate with 15 owners, 5 finance heads, 3 CAs and 200 real overdue invoices, each with pass or kill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The Case ₹7.34 lakh crore is stuck with India’s MSMEs. PayMitra gets them paid in 45 days , without losing the customer. PayMitra  The problem in numbers ₹7.34 L Cr in delayed MSME payments (Mar 2024; &gt;4.6% of GVA) 2.18 L+ Samadhaan complaints since 2017; ₹22,363 Cr still pending (Jul 2025) ₹30 L Cr MSME credit gap (SIDBI, May 2025) 7.3 Cr Udyam-registered enterprises  The law already protects MSMEs (MSMED Sec 15/16, IT Act 43B(h)). The workflow fails them.  Root causes: why the money doesn’t move  Insight 1 Delay is a workflow problem before a willingness problem. Many overdue invoices are blocked by fixable errors: PO-line or GRN mismatch, wrong billing entity, missing Udyam number. Benchmark: ~60% of late payments trace to seller-side errors (US CFO survey). India share to be validated.  Insight 2 The buyer has a reason to pay. Under 43B(h), buyers lose the tax deduction on MSE dues unpaid past 45 days. Tell the CFO helpfully, not as a threat.  Insight 3 The owner is the AR d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The Build An orchestrator and 6 specialist agents move every invoice from ‘raised’ to ‘paid’ , with a business model built in. PayMitra  Agentic architecture Channels Owner WhatsApp approvals, daily brief Buyer email / WhatsApp AP clerk, finance head Voice bot Hindi / English / regional Web cockpit ageing, cash forecast, audit  Collections Orchestrator Per-invoice state machine · picks next best action · enforces approval policy  ↓ 6 specialist agents 1. Ledger &amp; Dossier Tally/Zoho sync; PO– invoice–e-way bill–POD matching 2. Readiness Auditor Catches rejection reasons before the buyer does 3. Buyer Intelligence Pay-date prediction, AP contacts, portal status 4. Follow-up Negotiator Cadence, reads replies, logs promises 5. Cash &amp; Finance Optimiser 13-week forecast; wait vs TReDS vs OD 6. Escalation &amp; Legal 43B(h) note, Sec 16 interest, ODR pack ↓ Tools it calls · mocked in MVP Vendor portals (browser agent) Udyam verification Tally/Zoho GST IRN + e-way bill AA bank feed TReDS MSME O">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PayMitra – Abhikalp 2026 Round 1</dc:title>
  <dc:subject/>
  <dc:creator/>
  <cp:lastModifiedBy/>
  <cp:revision>1</cp:revision>
  <dcterms:created xsi:type="dcterms:W3CDTF">2026-10-22T10:21:51Z</dcterms:created>
  <dcterms:modified xsi:type="dcterms:W3CDTF">2026-10-22T10:21:51Z</dcterms:modified>
</cp:coreProperties>
</file>